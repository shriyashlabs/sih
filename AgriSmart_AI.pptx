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01C2E-4CAC-894B-258B-8F7FECFE97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4D6DC5-7C46-6BF8-EFB7-4BF1F937E5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506D9-F580-7588-B528-5DAFFCEB8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9823-517C-4252-8EF0-084B2EB24073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0A551-8938-7105-2D61-71782923A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9942C-FA1F-E5A9-405B-1D87B8385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A3D6C-AE89-4AC2-A0A3-F54B244929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5975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5F7D2-2776-C012-B480-53FB5CA93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A26E5-B281-99AF-B850-76670D8AA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4E9F5-4D9B-FE0C-181D-2245752C2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9823-517C-4252-8EF0-084B2EB24073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41591-133F-E5CA-622B-987469B11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A6CF8-F128-4D1F-0238-10C5E6847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A3D6C-AE89-4AC2-A0A3-F54B244929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5964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B3EB3-0723-DCF8-3667-E1D16BE55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40D4C1-7955-5CF5-2F65-EAA06FF02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5410C-CA3A-BF76-456C-97BE818B3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9823-517C-4252-8EF0-084B2EB24073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3B807-BCC7-4A19-80DD-414DA76BC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E0AFC-DDC5-EA2D-CC80-DCA05E83B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A3D6C-AE89-4AC2-A0A3-F54B244929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4184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DE342-8E15-A9BC-3867-83D78A3A3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11DD5-23B3-A7A6-464C-4DEE205A73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2E9492-5389-461E-FACA-3E1BC7F64D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80E9DF-8AA4-08F4-F5B8-1B6036E2E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9823-517C-4252-8EF0-084B2EB24073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F8C8D3-95ED-A7F0-4B79-12E5C1FF5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5ED075-A2EE-89CD-2B1B-E5918740D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A3D6C-AE89-4AC2-A0A3-F54B244929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5472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88F38-C30B-C3DD-2220-8329AD1C2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6611A8-219A-EB01-A45E-EBE2E9854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F1779E-1CCE-398D-9947-FAA962DF33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6142D5-2F01-BFA3-911D-40ED63C5BA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84F65E-BA61-56B6-AE22-2BCE3AA59F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743227-D03C-A5A2-DEBA-5A263DBCB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9823-517C-4252-8EF0-084B2EB24073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B03E08-CFCA-A3B8-B749-B1BE94ACE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9399EF-552B-A176-E5B5-21F0B1634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A3D6C-AE89-4AC2-A0A3-F54B244929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566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82DA6-B32D-B878-8CD9-99E1FEAD5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6322F1-9A5B-03C3-52B6-52F0956C9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9823-517C-4252-8EF0-084B2EB24073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9D8C70-93B9-8AA5-EF7A-456412E59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28A243-8B49-613B-8918-367986C34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A3D6C-AE89-4AC2-A0A3-F54B244929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7645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E686D7-711E-3349-7AA5-897871ADD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9823-517C-4252-8EF0-084B2EB24073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8F9E5B-ACAA-15DC-EFDB-9F3AF4263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CE7B77-BBE0-066C-FADB-BBFDAF19D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A3D6C-AE89-4AC2-A0A3-F54B244929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9991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7C3F4-90EC-2C5A-E337-1CE537AA2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A9B61-ADC5-E8D5-7364-31E34439E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EE55B9-F1A4-A196-DB5A-5709DCA67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B8A04F-9E0B-31A9-55A6-1F62D35AE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9823-517C-4252-8EF0-084B2EB24073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5D3636-4CF8-5B2B-123F-8440906E3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58C52-9801-8B66-CC32-95AC9C4D2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A3D6C-AE89-4AC2-A0A3-F54B244929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8301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6B1FC-1AB5-8D00-EE7D-46ABC5A73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FA582A-6769-1E0E-BFA3-3164A1906F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CD82A-C8FA-CDE2-1A04-E3B3C613E3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E9ACEB-296C-ED89-991C-FDFA23049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9823-517C-4252-8EF0-084B2EB24073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7D0F58-989E-2CB2-88FE-9FDEE87C8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2E4CD0-2742-6DAD-DAE2-4DB2D3EB9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A3D6C-AE89-4AC2-A0A3-F54B244929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4763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B6F9B-A56B-DD0C-F30F-8CC65CCB2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ED12E3-DAB4-15BB-62A3-0E845B4693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8745C-7121-AAB8-02E0-641467F00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9823-517C-4252-8EF0-084B2EB24073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1A5F4-1221-8533-1F3D-4B5786F98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3AF12-E0AE-8EFC-7B13-35ED74615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A3D6C-AE89-4AC2-A0A3-F54B244929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8775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32EB2F-63CA-4D68-A8AC-9ADA14823E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E9E0D2-0170-655E-0A43-753C326823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FAB2B-EA68-DF19-3C88-5EA7D4175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019823-517C-4252-8EF0-084B2EB24073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CCBD0-BCC4-F8AE-2694-5B00735A3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3EBB5-57B9-8DC6-68E2-E4C8D6E15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A3D6C-AE89-4AC2-A0A3-F54B244929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368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CD770F-77E1-DB2A-F9F2-833AE9A58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ADE99-BAAF-5F04-F5CB-0C5EDAAE69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FF6B5-DC86-801B-F652-112410200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019823-517C-4252-8EF0-084B2EB24073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3DD9A-01A3-21C5-C25E-01F27C51FC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46227-5A16-0D93-507E-50BFFC8EBA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CA3D6C-AE89-4AC2-A0A3-F54B2449294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2421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BA85C-AC1C-9F4B-5767-A21EB61B9E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54ACA6-9835-0934-7BC3-23CB16019C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414592-109B-9B94-BD15-6F9DFF2391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498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1E210-3798-D6A8-1E1A-D6E3B29634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03F603-BE17-06EB-E886-49C0273282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0D4FCD-66F1-7757-ADFA-73324F9B7B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771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1E15B-E229-DBEF-9992-59FB7FDA33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F81BC0-57DC-62FE-F2D1-7FF6754214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0B1D25-5D3C-96C1-E7C2-382DAE5AE3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286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430AD-19AD-2B03-E5F2-1FF7A8FFC1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8C3070-3F9E-11ED-D286-14811379AA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69CBF0-3684-B2F7-729C-B3567BB584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3" y="0"/>
            <a:ext cx="12178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60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872F0-DDBF-C734-102D-3AE0E2BFD1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4600D1-8B26-8C0C-05AB-A74D1C3830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0D5294-B480-A6A1-EB6A-69150724B5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657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1BA43-5B02-DAC2-7CC8-282E7752BE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68015E-BACF-3338-D91D-635AE814F0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50934F-53D2-FC6A-779C-4CB8D67645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311"/>
            <a:ext cx="12192000" cy="681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156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Omkar sangale</dc:creator>
  <cp:lastModifiedBy>Omkar sangale</cp:lastModifiedBy>
  <cp:revision>1</cp:revision>
  <dcterms:created xsi:type="dcterms:W3CDTF">2026-09-17T17:08:53Z</dcterms:created>
  <dcterms:modified xsi:type="dcterms:W3CDTF">2026-09-17T17:31:56Z</dcterms:modified>
</cp:coreProperties>
</file>